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1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9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0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4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7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2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75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8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577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DC06E-BDA5-F7D9-322E-76EEB09B3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4290"/>
            <a:ext cx="9144000" cy="2387600"/>
          </a:xfrm>
        </p:spPr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게임 프로그래밍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750671-9618-556F-0818-D83B873E1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차 프로젝트 발표</a:t>
            </a:r>
            <a:endParaRPr lang="en-US" altLang="ko-KR" sz="3000" dirty="0"/>
          </a:p>
          <a:p>
            <a:endParaRPr lang="en-US" altLang="ko-KR" dirty="0"/>
          </a:p>
          <a:p>
            <a:r>
              <a:rPr lang="en-US" altLang="ko-KR" dirty="0"/>
              <a:t>2022182033 </a:t>
            </a:r>
            <a:r>
              <a:rPr lang="ko-KR" altLang="en-US" dirty="0"/>
              <a:t>이현진</a:t>
            </a:r>
          </a:p>
        </p:txBody>
      </p:sp>
    </p:spTree>
    <p:extLst>
      <p:ext uri="{BB962C8B-B14F-4D97-AF65-F5344CB8AC3E}">
        <p14:creationId xmlns:p14="http://schemas.microsoft.com/office/powerpoint/2010/main" val="11721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D0841-7665-E9A0-EE99-5709A24F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컨셉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78B79-F6BC-18D3-DF2A-6CA2A649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3200" dirty="0"/>
              <a:t>핵심 컨셉</a:t>
            </a:r>
            <a:endParaRPr lang="en-US" altLang="ko-KR" sz="3200" dirty="0"/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좀비들로 인해 폐건물이 된 연구소에서 </a:t>
            </a:r>
            <a:r>
              <a:rPr lang="ko-KR" altLang="en-US" sz="2000" dirty="0">
                <a:solidFill>
                  <a:srgbClr val="99FF33"/>
                </a:solidFill>
              </a:rPr>
              <a:t>백신</a:t>
            </a:r>
            <a:r>
              <a:rPr lang="ko-KR" altLang="en-US" sz="2000" dirty="0"/>
              <a:t>을 찾아서 안전하게 탈출하는 성장 </a:t>
            </a:r>
            <a:r>
              <a:rPr lang="en-US" altLang="ko-KR" sz="2000" dirty="0"/>
              <a:t>RPG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3200" dirty="0"/>
              <a:t>재미 요소</a:t>
            </a:r>
            <a:endParaRPr lang="en-US" altLang="ko-KR" sz="3200" dirty="0"/>
          </a:p>
          <a:p>
            <a:pPr>
              <a:buFontTx/>
              <a:buChar char="-"/>
            </a:pPr>
            <a:r>
              <a:rPr lang="ko-KR" altLang="en-US" sz="2000" dirty="0"/>
              <a:t>주변만 볼 수 있게 하는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하나로 공포 분위기 조성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다양한 바이러스 변이가 존재함으로써 각 좀비의 능력이 다르다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플레이어가 얻을 수 있는 스킬</a:t>
            </a:r>
            <a:r>
              <a:rPr lang="en-US" altLang="ko-KR" sz="2000" dirty="0"/>
              <a:t>(</a:t>
            </a:r>
            <a:r>
              <a:rPr lang="ko-KR" altLang="en-US" sz="2000" dirty="0"/>
              <a:t>은신</a:t>
            </a:r>
            <a:r>
              <a:rPr lang="en-US" altLang="ko-KR" sz="2000" dirty="0"/>
              <a:t>, </a:t>
            </a:r>
            <a:r>
              <a:rPr lang="ko-KR" altLang="en-US" sz="2000" dirty="0"/>
              <a:t>장거리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등</a:t>
            </a:r>
            <a:r>
              <a:rPr lang="en-US" altLang="ko-KR" sz="2000" dirty="0"/>
              <a:t>)</a:t>
            </a:r>
            <a:r>
              <a:rPr lang="ko-KR" altLang="en-US" sz="2000" dirty="0"/>
              <a:t>을 이용하여 성장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511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E32E-C7E7-6750-D17F-DC1E5E29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21C5A-AD34-AF53-0C7E-F1B7F97D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진행 흐름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5F5A5-61A9-DF91-C885-00137FF3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sz="2000" dirty="0"/>
              <a:t>게임 시작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연구소 밖에서 </a:t>
            </a:r>
            <a:r>
              <a:rPr lang="ko-KR" altLang="en-US" sz="2000" dirty="0" err="1"/>
              <a:t>스폰하여</a:t>
            </a:r>
            <a:r>
              <a:rPr lang="ko-KR" altLang="en-US" sz="2000" dirty="0"/>
              <a:t> 건물 내에 들어가는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순간 게임의 시작이다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건물 구조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ko-KR" altLang="en-US" sz="2000" dirty="0"/>
              <a:t>여러 실험실이 존재하며 </a:t>
            </a:r>
            <a:r>
              <a:rPr lang="en-US" altLang="ko-KR" sz="2000" dirty="0"/>
              <a:t>1</a:t>
            </a:r>
            <a:r>
              <a:rPr lang="ko-KR" altLang="en-US" sz="2000" dirty="0"/>
              <a:t>층 </a:t>
            </a:r>
            <a:r>
              <a:rPr lang="en-US" altLang="ko-KR" sz="2000" dirty="0"/>
              <a:t>~ 3</a:t>
            </a:r>
            <a:r>
              <a:rPr lang="ko-KR" altLang="en-US" sz="2000" dirty="0"/>
              <a:t>층까지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승리 조건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건물 내 랜덤 위치에 있는 백신을 찾아 탈출 </a:t>
            </a:r>
            <a:endParaRPr lang="en-US" altLang="ko-KR" sz="2000" dirty="0"/>
          </a:p>
        </p:txBody>
      </p:sp>
      <p:pic>
        <p:nvPicPr>
          <p:cNvPr id="5" name="그림 4" descr="집, 창문, 건물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02A32F-A26B-CD30-50B1-E7DB3B6D0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136" y="1565707"/>
            <a:ext cx="5715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6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3FF6-A3FB-28BB-8A77-21DBA281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B21B20-5AF0-C33B-C104-E7D846331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192" y="1500339"/>
            <a:ext cx="6280984" cy="41344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866495-30E7-3984-2BBF-784F5D87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진행 흐름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132AF-7807-0F05-6379-E5D986A11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509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000" dirty="0">
                <a:solidFill>
                  <a:srgbClr val="99FF33"/>
                </a:solidFill>
              </a:rPr>
              <a:t>백신</a:t>
            </a:r>
            <a:endParaRPr lang="en-US" altLang="ko-KR" sz="2000" dirty="0">
              <a:solidFill>
                <a:srgbClr val="99FF33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 1 ~ 3</a:t>
            </a:r>
            <a:r>
              <a:rPr lang="ko-KR" altLang="en-US" sz="2000" dirty="0"/>
              <a:t>층 실험실 중 랜덤하게 배치가 된다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초록색으로 밝게 표시가 되어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스킬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건물 내 랜덤하게 배치 될 것이며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은신</a:t>
            </a:r>
            <a:r>
              <a:rPr lang="en-US" altLang="ko-KR" sz="2000" dirty="0"/>
              <a:t>, </a:t>
            </a:r>
            <a:r>
              <a:rPr lang="ko-KR" altLang="en-US" sz="2000" dirty="0"/>
              <a:t>장거리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등이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좀비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바이러스 변이가 </a:t>
            </a:r>
            <a:r>
              <a:rPr lang="en-US" altLang="ko-KR" sz="2000" dirty="0"/>
              <a:t> </a:t>
            </a:r>
            <a:r>
              <a:rPr lang="ko-KR" altLang="en-US" sz="2000" dirty="0"/>
              <a:t>여러 개가 있으므로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좀비의 능력이 다양하다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소리에만 반응하거나 </a:t>
            </a:r>
            <a:r>
              <a:rPr lang="ko-KR" altLang="en-US" sz="2000" dirty="0" err="1"/>
              <a:t>후레쉬에만</a:t>
            </a:r>
            <a:r>
              <a:rPr lang="ko-KR" altLang="en-US" sz="2000" dirty="0"/>
              <a:t> 반응을 함 등</a:t>
            </a:r>
          </a:p>
        </p:txBody>
      </p:sp>
      <p:pic>
        <p:nvPicPr>
          <p:cNvPr id="5" name="그림 4" descr="양초, 실내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A29A5E-A324-F5B0-5149-2EB8BE965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4505"/>
            <a:ext cx="964054" cy="10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DC08-0901-FFD8-E8B4-263AF4F9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13B20-123E-E93A-3CB4-9FDB4860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개발 일정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C2284-6610-83B6-E3B8-C502D8F6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리소스 확보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게임 화면 세팅</a:t>
            </a:r>
            <a:r>
              <a:rPr lang="en-US" altLang="ko-KR" sz="2000" dirty="0"/>
              <a:t>(UI)</a:t>
            </a:r>
          </a:p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캐릭터</a:t>
            </a:r>
            <a:r>
              <a:rPr lang="en-US" altLang="ko-KR" sz="2000" dirty="0"/>
              <a:t>, </a:t>
            </a:r>
            <a:r>
              <a:rPr lang="ko-KR" altLang="en-US" sz="2000" dirty="0"/>
              <a:t>맵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좀비</a:t>
            </a:r>
            <a:r>
              <a:rPr lang="en-US" altLang="ko-KR" sz="2000" dirty="0"/>
              <a:t> </a:t>
            </a:r>
            <a:r>
              <a:rPr lang="ko-KR" altLang="en-US" sz="2000" dirty="0"/>
              <a:t>이동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스킬 오브젝트 구현</a:t>
            </a:r>
            <a:r>
              <a:rPr lang="en-US" altLang="ko-KR" sz="2000" dirty="0"/>
              <a:t> </a:t>
            </a:r>
            <a:r>
              <a:rPr lang="en-US" altLang="ko-KR" sz="2000"/>
              <a:t>+ </a:t>
            </a:r>
            <a:r>
              <a:rPr lang="ko-KR" altLang="en-US" sz="2000"/>
              <a:t>스킬의 </a:t>
            </a:r>
            <a:r>
              <a:rPr lang="ko-KR" altLang="en-US" sz="2000" dirty="0"/>
              <a:t>효과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6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승리 조건</a:t>
            </a:r>
            <a:r>
              <a:rPr lang="en-US" altLang="ko-KR" sz="2000" dirty="0"/>
              <a:t>/</a:t>
            </a:r>
            <a:r>
              <a:rPr lang="ko-KR" altLang="en-US" sz="2000" dirty="0"/>
              <a:t>판정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7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소리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8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플레이 해보면서 밸런스 조정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9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발표 준비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53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사용자 지정 2">
      <a:dk1>
        <a:srgbClr val="200203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225</Words>
  <Application>Microsoft Office PowerPoint</Application>
  <PresentationFormat>와이드스크린</PresentationFormat>
  <Paragraphs>45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2D 게임 프로그래밍 </vt:lpstr>
      <vt:lpstr>[게임 컨셉]</vt:lpstr>
      <vt:lpstr>[게임 진행 흐름]</vt:lpstr>
      <vt:lpstr>[게임 진행 흐름]</vt:lpstr>
      <vt:lpstr>[게임 개발 일정]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이현진(2022182033)</dc:creator>
  <cp:lastModifiedBy>이현진(2022182033)</cp:lastModifiedBy>
  <cp:revision>21</cp:revision>
  <dcterms:created xsi:type="dcterms:W3CDTF">2025-09-29T12:03:26Z</dcterms:created>
  <dcterms:modified xsi:type="dcterms:W3CDTF">2025-11-10T11:43:51Z</dcterms:modified>
</cp:coreProperties>
</file>