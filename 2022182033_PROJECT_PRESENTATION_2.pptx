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1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89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0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64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7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2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75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9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8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8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DCA27A-23E6-489C-8431-CBF0885F6EA1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577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DC06E-BDA5-F7D9-322E-76EEB09B3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4290"/>
            <a:ext cx="9144000" cy="2387600"/>
          </a:xfrm>
        </p:spPr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게임 프로그래밍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750671-9618-556F-0818-D83B873E1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3000" dirty="0"/>
              <a:t>2</a:t>
            </a:r>
            <a:r>
              <a:rPr lang="ko-KR" altLang="en-US" sz="3000" dirty="0"/>
              <a:t>차 프로젝트 발표</a:t>
            </a:r>
            <a:endParaRPr lang="en-US" altLang="ko-KR" sz="3000" dirty="0"/>
          </a:p>
          <a:p>
            <a:endParaRPr lang="en-US" altLang="ko-KR" dirty="0"/>
          </a:p>
          <a:p>
            <a:r>
              <a:rPr lang="en-US" altLang="ko-KR" dirty="0"/>
              <a:t>2022182033 </a:t>
            </a:r>
            <a:r>
              <a:rPr lang="ko-KR" altLang="en-US" dirty="0"/>
              <a:t>이현진</a:t>
            </a:r>
          </a:p>
        </p:txBody>
      </p:sp>
    </p:spTree>
    <p:extLst>
      <p:ext uri="{BB962C8B-B14F-4D97-AF65-F5344CB8AC3E}">
        <p14:creationId xmlns:p14="http://schemas.microsoft.com/office/powerpoint/2010/main" val="117212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DC08-0901-FFD8-E8B4-263AF4F9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13B20-123E-E93A-3CB4-9FDB4860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개발 일정</a:t>
            </a:r>
            <a:r>
              <a:rPr lang="en-US" altLang="ko-KR" dirty="0"/>
              <a:t>(</a:t>
            </a:r>
            <a:r>
              <a:rPr lang="ko-KR" altLang="en-US" dirty="0"/>
              <a:t>수정</a:t>
            </a:r>
            <a:r>
              <a:rPr lang="en-US" altLang="ko-KR" dirty="0"/>
              <a:t>)]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C2284-6610-83B6-E3B8-C502D8F6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리소스 확보</a:t>
            </a:r>
            <a:r>
              <a:rPr lang="en-US" altLang="ko-KR" sz="2000" dirty="0"/>
              <a:t>				-&gt; </a:t>
            </a:r>
            <a:r>
              <a:rPr lang="ko-KR" altLang="en-US" sz="2000" dirty="0"/>
              <a:t>리소스 확보</a:t>
            </a:r>
            <a:r>
              <a:rPr lang="en-US" altLang="ko-KR" sz="2000" dirty="0"/>
              <a:t>		=&gt; </a:t>
            </a:r>
            <a:r>
              <a:rPr lang="ko-KR" altLang="en-US" sz="2000" dirty="0"/>
              <a:t>완료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게임 화면 세팅</a:t>
            </a:r>
            <a:r>
              <a:rPr lang="en-US" altLang="ko-KR" sz="2000" dirty="0"/>
              <a:t>(UI)			-&gt; </a:t>
            </a:r>
            <a:r>
              <a:rPr lang="ko-KR" altLang="en-US" sz="2000" dirty="0"/>
              <a:t>게임 화면 세팅 </a:t>
            </a:r>
            <a:r>
              <a:rPr lang="en-US" altLang="ko-KR" sz="2000" dirty="0"/>
              <a:t>	=&gt; </a:t>
            </a:r>
            <a:r>
              <a:rPr lang="ko-KR" altLang="en-US" sz="2000" dirty="0"/>
              <a:t>완료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캐릭터</a:t>
            </a:r>
            <a:r>
              <a:rPr lang="en-US" altLang="ko-KR" sz="2000" dirty="0"/>
              <a:t>, </a:t>
            </a:r>
            <a:r>
              <a:rPr lang="ko-KR" altLang="en-US" sz="2000" dirty="0"/>
              <a:t>맵 구현</a:t>
            </a:r>
            <a:r>
              <a:rPr lang="en-US" altLang="ko-KR" sz="2000" dirty="0"/>
              <a:t>				-&gt; </a:t>
            </a:r>
            <a:r>
              <a:rPr lang="ko-KR" altLang="en-US" sz="2000" dirty="0"/>
              <a:t>맵 구현</a:t>
            </a:r>
            <a:r>
              <a:rPr lang="en-US" altLang="ko-KR" sz="2000" dirty="0"/>
              <a:t>		=&gt; 50% </a:t>
            </a:r>
            <a:r>
              <a:rPr lang="ko-KR" altLang="en-US" sz="2000" dirty="0"/>
              <a:t>완료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좀비</a:t>
            </a:r>
            <a:r>
              <a:rPr lang="en-US" altLang="ko-KR" sz="2000" dirty="0"/>
              <a:t> </a:t>
            </a:r>
            <a:r>
              <a:rPr lang="ko-KR" altLang="en-US" sz="2000" dirty="0"/>
              <a:t>이동 구현</a:t>
            </a:r>
            <a:r>
              <a:rPr lang="en-US" altLang="ko-KR" sz="2000" dirty="0"/>
              <a:t>				-&gt; </a:t>
            </a:r>
            <a:r>
              <a:rPr lang="ko-KR" altLang="en-US" sz="2000" dirty="0"/>
              <a:t>캐릭터 구현</a:t>
            </a:r>
            <a:r>
              <a:rPr lang="en-US" altLang="ko-KR" sz="2000" dirty="0"/>
              <a:t>		=&gt; 50% </a:t>
            </a:r>
            <a:r>
              <a:rPr lang="ko-KR" altLang="en-US" sz="2000" dirty="0"/>
              <a:t>완료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5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스킬 오브젝트 구현</a:t>
            </a:r>
            <a:r>
              <a:rPr lang="en-US" altLang="ko-KR" sz="2000" dirty="0"/>
              <a:t> + </a:t>
            </a:r>
            <a:r>
              <a:rPr lang="ko-KR" altLang="en-US" sz="2000" dirty="0"/>
              <a:t>스킬의 효과 구현</a:t>
            </a:r>
            <a:r>
              <a:rPr lang="en-US" altLang="ko-KR" sz="2000" dirty="0"/>
              <a:t>	-&gt; </a:t>
            </a:r>
            <a:r>
              <a:rPr lang="ko-KR" altLang="en-US" sz="2000" dirty="0"/>
              <a:t>좀비 구현 </a:t>
            </a:r>
            <a:r>
              <a:rPr lang="en-US" altLang="ko-KR" sz="2000" dirty="0"/>
              <a:t>		</a:t>
            </a:r>
          </a:p>
          <a:p>
            <a:pPr marL="0" indent="0">
              <a:buNone/>
            </a:pPr>
            <a:r>
              <a:rPr lang="en-US" altLang="ko-KR" sz="2000" dirty="0"/>
              <a:t>6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승리 조건</a:t>
            </a:r>
            <a:r>
              <a:rPr lang="en-US" altLang="ko-KR" sz="2000" dirty="0"/>
              <a:t>/</a:t>
            </a:r>
            <a:r>
              <a:rPr lang="ko-KR" altLang="en-US" sz="2000" dirty="0"/>
              <a:t>판정 구현</a:t>
            </a:r>
            <a:r>
              <a:rPr lang="en-US" altLang="ko-KR" sz="2000" dirty="0"/>
              <a:t>			-&gt; </a:t>
            </a:r>
            <a:r>
              <a:rPr lang="ko-KR" altLang="en-US" sz="2000" dirty="0"/>
              <a:t>스킬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7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소리 구현</a:t>
            </a:r>
            <a:r>
              <a:rPr lang="en-US" altLang="ko-KR" sz="2000" dirty="0"/>
              <a:t>				-&gt; </a:t>
            </a:r>
            <a:r>
              <a:rPr lang="ko-KR" altLang="en-US" sz="2000" dirty="0"/>
              <a:t>소리 </a:t>
            </a:r>
            <a:r>
              <a:rPr lang="en-US" altLang="ko-KR" sz="2000" dirty="0"/>
              <a:t>+ </a:t>
            </a:r>
            <a:r>
              <a:rPr lang="ko-KR" altLang="en-US" sz="2000" dirty="0"/>
              <a:t>승리 판정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8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플레이 해보면서 밸런스 조정</a:t>
            </a:r>
            <a:r>
              <a:rPr lang="en-US" altLang="ko-KR" sz="2000" dirty="0"/>
              <a:t>		-&gt; </a:t>
            </a:r>
            <a:r>
              <a:rPr lang="ko-KR" altLang="en-US" sz="2000" dirty="0"/>
              <a:t>밸런스 조정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9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발표 준비</a:t>
            </a:r>
            <a:r>
              <a:rPr lang="en-US" altLang="ko-KR" sz="2000" dirty="0"/>
              <a:t>				-&gt; </a:t>
            </a:r>
            <a:r>
              <a:rPr lang="ko-KR" altLang="en-US" sz="2000" dirty="0"/>
              <a:t>발표 준비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53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사용자 지정 2">
      <a:dk1>
        <a:srgbClr val="200203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159</Words>
  <Application>Microsoft Office PowerPoint</Application>
  <PresentationFormat>와이드스크린</PresentationFormat>
  <Paragraphs>14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2D 게임 프로그래밍 </vt:lpstr>
      <vt:lpstr>[게임 개발 일정(수정)]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이현진(2022182033)</dc:creator>
  <cp:lastModifiedBy>이현진(2022182033)</cp:lastModifiedBy>
  <cp:revision>24</cp:revision>
  <dcterms:created xsi:type="dcterms:W3CDTF">2025-09-29T12:03:26Z</dcterms:created>
  <dcterms:modified xsi:type="dcterms:W3CDTF">2025-11-10T14:04:49Z</dcterms:modified>
</cp:coreProperties>
</file>