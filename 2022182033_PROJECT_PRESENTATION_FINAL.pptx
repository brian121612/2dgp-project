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615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89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905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04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64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174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021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75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92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89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8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6DCA27A-23E6-489C-8431-CBF0885F6EA1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577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DC06E-BDA5-F7D9-322E-76EEB09B3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4290"/>
            <a:ext cx="9144000" cy="2387600"/>
          </a:xfrm>
        </p:spPr>
        <p:txBody>
          <a:bodyPr/>
          <a:lstStyle/>
          <a:p>
            <a:r>
              <a:rPr lang="en-US" altLang="ko-KR" dirty="0"/>
              <a:t>2D </a:t>
            </a:r>
            <a:r>
              <a:rPr lang="ko-KR" altLang="en-US" dirty="0"/>
              <a:t>게임 프로그래밍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750671-9618-556F-0818-D83B873E1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3000" dirty="0"/>
              <a:t>FINAL</a:t>
            </a:r>
            <a:r>
              <a:rPr lang="ko-KR" altLang="en-US" sz="3000" dirty="0"/>
              <a:t> 프로젝트 발표</a:t>
            </a:r>
            <a:endParaRPr lang="en-US" altLang="ko-KR" sz="3000" dirty="0"/>
          </a:p>
          <a:p>
            <a:endParaRPr lang="en-US" altLang="ko-KR" dirty="0"/>
          </a:p>
          <a:p>
            <a:r>
              <a:rPr lang="en-US" altLang="ko-KR" dirty="0"/>
              <a:t>2022182033 </a:t>
            </a:r>
            <a:r>
              <a:rPr lang="ko-KR" altLang="en-US" dirty="0"/>
              <a:t>이현진</a:t>
            </a:r>
          </a:p>
        </p:txBody>
      </p:sp>
    </p:spTree>
    <p:extLst>
      <p:ext uri="{BB962C8B-B14F-4D97-AF65-F5344CB8AC3E}">
        <p14:creationId xmlns:p14="http://schemas.microsoft.com/office/powerpoint/2010/main" val="1172124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DDC08-0901-FFD8-E8B4-263AF4F9C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13B20-123E-E93A-3CB4-9FDB4860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개발 진척도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1C2284-6610-83B6-E3B8-C502D8F6A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sz="2000" dirty="0"/>
              <a:t>내용</a:t>
            </a:r>
            <a:r>
              <a:rPr lang="en-US" altLang="ko-KR" sz="2000" dirty="0"/>
              <a:t>			</a:t>
            </a:r>
            <a:r>
              <a:rPr lang="ko-KR" altLang="en-US" sz="2000" dirty="0"/>
              <a:t>목표 범위</a:t>
            </a:r>
            <a:r>
              <a:rPr lang="en-US" altLang="ko-KR" sz="2000" dirty="0"/>
              <a:t>			</a:t>
            </a:r>
            <a:r>
              <a:rPr lang="ko-KR" altLang="en-US" sz="2000" dirty="0"/>
              <a:t>실제 개발 완료 범위 </a:t>
            </a:r>
            <a:r>
              <a:rPr lang="en-US" altLang="ko-KR" sz="2000" dirty="0"/>
              <a:t>	</a:t>
            </a:r>
            <a:r>
              <a:rPr lang="ko-KR" altLang="en-US" sz="2000" dirty="0"/>
              <a:t>진척도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============================================================================</a:t>
            </a:r>
          </a:p>
          <a:p>
            <a:pPr marL="0" indent="0">
              <a:buNone/>
            </a:pPr>
            <a:r>
              <a:rPr lang="ko-KR" altLang="en-US" sz="2000" dirty="0"/>
              <a:t>맵 </a:t>
            </a:r>
            <a:r>
              <a:rPr lang="en-US" altLang="ko-KR" sz="2000" dirty="0"/>
              <a:t>			1</a:t>
            </a:r>
            <a:r>
              <a:rPr lang="ko-KR" altLang="en-US" sz="2000" dirty="0"/>
              <a:t>층</a:t>
            </a:r>
            <a:r>
              <a:rPr lang="en-US" altLang="ko-KR" sz="2000" dirty="0"/>
              <a:t>, 2</a:t>
            </a:r>
            <a:r>
              <a:rPr lang="ko-KR" altLang="en-US" sz="2000" dirty="0"/>
              <a:t>층</a:t>
            </a:r>
            <a:r>
              <a:rPr lang="en-US" altLang="ko-KR" sz="2000" dirty="0"/>
              <a:t>, </a:t>
            </a:r>
            <a:r>
              <a:rPr lang="ko-KR" altLang="en-US" sz="2000" dirty="0"/>
              <a:t>연구실 </a:t>
            </a:r>
            <a:r>
              <a:rPr lang="en-US" altLang="ko-KR" sz="2000" dirty="0"/>
              <a:t>8</a:t>
            </a:r>
            <a:r>
              <a:rPr lang="ko-KR" altLang="en-US" sz="2000" dirty="0"/>
              <a:t>개</a:t>
            </a:r>
            <a:r>
              <a:rPr lang="en-US" altLang="ko-KR" sz="2000" dirty="0"/>
              <a:t>		100%		</a:t>
            </a:r>
            <a:r>
              <a:rPr lang="ko-KR" altLang="en-US" sz="2000" dirty="0"/>
              <a:t> </a:t>
            </a:r>
            <a:r>
              <a:rPr lang="en-US" altLang="ko-KR" sz="2000" dirty="0"/>
              <a:t>	100%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캐릭터 컨트롤러 </a:t>
            </a:r>
            <a:r>
              <a:rPr lang="en-US" altLang="ko-KR" sz="2000" dirty="0"/>
              <a:t>	</a:t>
            </a:r>
            <a:r>
              <a:rPr lang="ko-KR" altLang="en-US" sz="2000" dirty="0" err="1"/>
              <a:t>좌우상하</a:t>
            </a:r>
            <a:r>
              <a:rPr lang="ko-KR" altLang="en-US" sz="2000" dirty="0"/>
              <a:t> 구현</a:t>
            </a:r>
            <a:r>
              <a:rPr lang="en-US" altLang="ko-KR" sz="2000" dirty="0"/>
              <a:t>			100% 			100%</a:t>
            </a:r>
          </a:p>
          <a:p>
            <a:pPr marL="0" indent="0">
              <a:buNone/>
            </a:pPr>
            <a:r>
              <a:rPr lang="ko-KR" altLang="en-US" sz="2000" dirty="0"/>
              <a:t>게임 코어 기능 </a:t>
            </a:r>
            <a:r>
              <a:rPr lang="en-US" altLang="ko-KR" sz="2000" dirty="0"/>
              <a:t>		</a:t>
            </a:r>
            <a:r>
              <a:rPr lang="ko-KR" altLang="en-US" sz="2000" dirty="0"/>
              <a:t>좀비와 충돌 </a:t>
            </a:r>
            <a:r>
              <a:rPr lang="en-US" altLang="ko-KR" sz="2000" dirty="0"/>
              <a:t>			100% 			100%</a:t>
            </a:r>
          </a:p>
          <a:p>
            <a:pPr marL="0" indent="0">
              <a:buNone/>
            </a:pPr>
            <a:r>
              <a:rPr lang="ko-KR" altLang="en-US" sz="2000" dirty="0"/>
              <a:t>모델링</a:t>
            </a:r>
            <a:r>
              <a:rPr lang="en-US" altLang="ko-KR" sz="2000" dirty="0"/>
              <a:t>			</a:t>
            </a:r>
            <a:r>
              <a:rPr lang="ko-KR" altLang="en-US" sz="2000" dirty="0"/>
              <a:t>캐릭터</a:t>
            </a:r>
            <a:r>
              <a:rPr lang="en-US" altLang="ko-KR" sz="2000" dirty="0"/>
              <a:t>(1) + </a:t>
            </a:r>
            <a:r>
              <a:rPr lang="ko-KR" altLang="en-US" sz="2000" dirty="0"/>
              <a:t>좀비</a:t>
            </a:r>
            <a:r>
              <a:rPr lang="en-US" altLang="ko-KR" sz="2000" dirty="0"/>
              <a:t>(2)</a:t>
            </a:r>
            <a:r>
              <a:rPr lang="ko-KR" altLang="en-US" sz="2000" dirty="0"/>
              <a:t>  </a:t>
            </a:r>
            <a:r>
              <a:rPr lang="en-US" altLang="ko-KR" sz="2000" dirty="0"/>
              <a:t>		</a:t>
            </a:r>
            <a:r>
              <a:rPr lang="ko-KR" altLang="en-US" sz="2000" dirty="0"/>
              <a:t>캐릭터</a:t>
            </a:r>
            <a:r>
              <a:rPr lang="en-US" altLang="ko-KR" sz="2000" dirty="0"/>
              <a:t>(1) + </a:t>
            </a:r>
            <a:r>
              <a:rPr lang="ko-KR" altLang="en-US" sz="2000" dirty="0"/>
              <a:t>좀비</a:t>
            </a:r>
            <a:r>
              <a:rPr lang="en-US" altLang="ko-KR" sz="2000" dirty="0"/>
              <a:t>(1)	66% </a:t>
            </a:r>
          </a:p>
          <a:p>
            <a:pPr marL="0" indent="0">
              <a:buNone/>
            </a:pPr>
            <a:r>
              <a:rPr lang="ko-KR" altLang="en-US" sz="2000" dirty="0"/>
              <a:t>아이템 </a:t>
            </a:r>
            <a:r>
              <a:rPr lang="en-US" altLang="ko-KR" sz="2000" dirty="0"/>
              <a:t>			</a:t>
            </a:r>
            <a:r>
              <a:rPr lang="ko-KR" altLang="en-US" sz="2000" dirty="0"/>
              <a:t>은신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대쉬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후레쉬</a:t>
            </a:r>
            <a:r>
              <a:rPr lang="ko-KR" altLang="en-US" sz="2000" dirty="0"/>
              <a:t> </a:t>
            </a:r>
            <a:r>
              <a:rPr lang="en-US" altLang="ko-KR" sz="2000" dirty="0"/>
              <a:t>		</a:t>
            </a:r>
            <a:r>
              <a:rPr lang="ko-KR" altLang="en-US" sz="2000" dirty="0" err="1"/>
              <a:t>후레쉬</a:t>
            </a:r>
            <a:r>
              <a:rPr lang="en-US" altLang="ko-KR" sz="2000" dirty="0"/>
              <a:t>			33%</a:t>
            </a:r>
          </a:p>
          <a:p>
            <a:pPr marL="0" indent="0">
              <a:buNone/>
            </a:pPr>
            <a:r>
              <a:rPr lang="ko-KR" altLang="en-US" sz="2000" dirty="0"/>
              <a:t>사운드</a:t>
            </a:r>
            <a:r>
              <a:rPr lang="en-US" altLang="ko-KR" sz="2000" dirty="0"/>
              <a:t>			</a:t>
            </a:r>
            <a:r>
              <a:rPr lang="en-US" altLang="ko-KR" sz="2000" dirty="0" err="1"/>
              <a:t>bgm</a:t>
            </a:r>
            <a:r>
              <a:rPr lang="en-US" altLang="ko-KR" sz="2000" dirty="0"/>
              <a:t>, </a:t>
            </a:r>
            <a:r>
              <a:rPr lang="ko-KR" altLang="en-US" sz="2000" dirty="0"/>
              <a:t>아이템</a:t>
            </a:r>
            <a:r>
              <a:rPr lang="en-US" altLang="ko-KR" sz="2000" dirty="0"/>
              <a:t>(3), </a:t>
            </a:r>
            <a:r>
              <a:rPr lang="ko-KR" altLang="en-US" sz="2000" dirty="0"/>
              <a:t>좀비</a:t>
            </a:r>
            <a:r>
              <a:rPr lang="en-US" altLang="ko-KR" sz="2000" dirty="0"/>
              <a:t>		</a:t>
            </a:r>
            <a:r>
              <a:rPr lang="en-US" altLang="ko-KR" sz="2000" dirty="0" err="1"/>
              <a:t>bgm</a:t>
            </a:r>
            <a:r>
              <a:rPr lang="en-US" altLang="ko-KR" sz="2000" dirty="0"/>
              <a:t>			20%</a:t>
            </a:r>
          </a:p>
          <a:p>
            <a:pPr marL="0" indent="0">
              <a:buNone/>
            </a:pPr>
            <a:r>
              <a:rPr lang="ko-KR" altLang="en-US" sz="2000" dirty="0" err="1"/>
              <a:t>애니매이션</a:t>
            </a:r>
            <a:r>
              <a:rPr lang="en-US" altLang="ko-KR" sz="2000" dirty="0"/>
              <a:t>		</a:t>
            </a:r>
            <a:r>
              <a:rPr lang="ko-KR" altLang="en-US" sz="2000" dirty="0"/>
              <a:t>걷기</a:t>
            </a:r>
            <a:r>
              <a:rPr lang="en-US" altLang="ko-KR" sz="2000" dirty="0"/>
              <a:t>				100% 			100%</a:t>
            </a:r>
          </a:p>
        </p:txBody>
      </p:sp>
    </p:spTree>
    <p:extLst>
      <p:ext uri="{BB962C8B-B14F-4D97-AF65-F5344CB8AC3E}">
        <p14:creationId xmlns:p14="http://schemas.microsoft.com/office/powerpoint/2010/main" val="805329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0E55F-03A0-CB30-FCE9-011855B2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54F9C-5AE0-E8DC-2727-EF046D287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COMMIT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E30338-16F1-B1C3-CD93-87B26946B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 dirty="0"/>
              <a:t>9/28       – 3 commits </a:t>
            </a:r>
          </a:p>
          <a:p>
            <a:pPr marL="0" indent="0">
              <a:buNone/>
            </a:pPr>
            <a:r>
              <a:rPr lang="en-US" altLang="ko-KR" sz="2000" dirty="0"/>
              <a:t>11/2       – 1 commit </a:t>
            </a:r>
          </a:p>
          <a:p>
            <a:pPr marL="0" indent="0">
              <a:buNone/>
            </a:pPr>
            <a:r>
              <a:rPr lang="en-US" altLang="ko-KR" sz="2000" dirty="0"/>
              <a:t>11/9       – 8 commits </a:t>
            </a:r>
          </a:p>
          <a:p>
            <a:pPr marL="0" indent="0">
              <a:buNone/>
            </a:pPr>
            <a:r>
              <a:rPr lang="en-US" altLang="ko-KR" sz="2000" dirty="0"/>
              <a:t>11/16    – 1 commit </a:t>
            </a:r>
          </a:p>
          <a:p>
            <a:pPr marL="0" indent="0">
              <a:buNone/>
            </a:pPr>
            <a:r>
              <a:rPr lang="en-US" altLang="ko-KR" sz="2000" dirty="0"/>
              <a:t>11/23    – 3 commits </a:t>
            </a:r>
          </a:p>
          <a:p>
            <a:pPr marL="0" indent="0">
              <a:buNone/>
            </a:pPr>
            <a:r>
              <a:rPr lang="en-US" altLang="ko-KR" sz="2000" dirty="0"/>
              <a:t>11/30    – 2 commits </a:t>
            </a:r>
          </a:p>
          <a:p>
            <a:pPr marL="0" indent="0">
              <a:buNone/>
            </a:pPr>
            <a:r>
              <a:rPr lang="en-US" altLang="ko-KR" sz="2000" dirty="0"/>
              <a:t>12/7      – 17 commits 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  <p:pic>
        <p:nvPicPr>
          <p:cNvPr id="5" name="그림 4" descr="스크린샷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B55CB4-DC57-2D66-CCD3-2513DE2CE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454" y="2246890"/>
            <a:ext cx="6876813" cy="392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40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사용자 지정 2">
      <a:dk1>
        <a:srgbClr val="200203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</TotalTime>
  <Words>190</Words>
  <Application>Microsoft Office PowerPoint</Application>
  <PresentationFormat>와이드스크린</PresentationFormat>
  <Paragraphs>23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2D 게임 프로그래밍 </vt:lpstr>
      <vt:lpstr>[개발 진척도]</vt:lpstr>
      <vt:lpstr>COMMIT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이현진(2022182033)</dc:creator>
  <cp:lastModifiedBy>이현진(2022182033)</cp:lastModifiedBy>
  <cp:revision>32</cp:revision>
  <dcterms:created xsi:type="dcterms:W3CDTF">2025-09-29T12:03:26Z</dcterms:created>
  <dcterms:modified xsi:type="dcterms:W3CDTF">2025-12-08T15:34:32Z</dcterms:modified>
</cp:coreProperties>
</file>